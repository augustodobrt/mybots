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9675" cy="10691813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93600" y="795240"/>
            <a:ext cx="5572440" cy="12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93600" y="2214000"/>
            <a:ext cx="5572440" cy="423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1440" y="523080"/>
            <a:ext cx="476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Lista de Exercícios 3 — Cálculo 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21440" y="1049040"/>
            <a:ext cx="4626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Prazo de entrega: 21/10/2026. Resolva as questões abaixo com justificativa.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991800" y="140400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171440" y="1404000"/>
            <a:ext cx="2219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Calcule a derivada de f(x) = x³ + 2x.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991800" y="157932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1171440" y="1579320"/>
            <a:ext cx="2192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Calcule a integral de 2x dx de 0 a 3.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59960" y="1961640"/>
            <a:ext cx="1012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Questão Pontos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39080" y="235404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349280" y="235404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39080" y="274644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715320" y="1929600"/>
            <a:ext cx="6206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721800" y="1936080"/>
            <a:ext cx="60768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326240" y="1929600"/>
            <a:ext cx="5454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332720" y="1936080"/>
            <a:ext cx="5328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715320" y="2328480"/>
            <a:ext cx="1156320" cy="0"/>
          </a:xfrm>
          <a:prstGeom prst="line">
            <a:avLst/>
          </a:prstGeom>
          <a:ln w="10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-360" rIns="360" bIns="-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715320" y="2720880"/>
            <a:ext cx="1156320" cy="0"/>
          </a:xfrm>
          <a:prstGeom prst="line">
            <a:avLst/>
          </a:prstGeom>
          <a:ln w="10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-360" rIns="360" bIns="-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721800" y="3114360"/>
            <a:ext cx="60768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715320" y="3120840"/>
            <a:ext cx="6206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332720" y="3114360"/>
            <a:ext cx="5328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326240" y="3120840"/>
            <a:ext cx="5454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723240" y="1933920"/>
            <a:ext cx="0" cy="118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716760" y="1927800"/>
            <a:ext cx="0" cy="11944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333800" y="1933920"/>
            <a:ext cx="0" cy="118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327680" y="1933920"/>
            <a:ext cx="0" cy="118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1869840" y="1927800"/>
            <a:ext cx="0" cy="11944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1863720" y="1933920"/>
            <a:ext cx="0" cy="118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349280" y="274644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21440" y="3128760"/>
            <a:ext cx="1642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Boa prova, ação e coração.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LibreOffice_project/680$Build-1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